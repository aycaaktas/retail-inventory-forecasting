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EBBF236-7EAE-4322-AA42-5E7B2F52454E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2C26B7E-2712-4776-8025-ABFEF23048E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18.12.2024 09:06:22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14E2C885-9585-4C55-804F-182B7B90E6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099" y="0"/>
            <a:ext cx="7543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3" name="slide3">
            <a:extLst>
              <a:ext uri="{FF2B5EF4-FFF2-40B4-BE49-F238E27FC236}">
                <a16:creationId xmlns:a16="http://schemas.microsoft.com/office/drawing/2014/main" id="{E48041EE-41E2-457A-B94C-C2A0635C99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3" id="4" name="slide4">
            <a:extLst>
              <a:ext uri="{FF2B5EF4-FFF2-40B4-BE49-F238E27FC236}">
                <a16:creationId xmlns:a16="http://schemas.microsoft.com/office/drawing/2014/main" id="{83D11B6D-4336-490F-966B-70169154FD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9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4" id="5" name="slide5">
            <a:extLst>
              <a:ext uri="{FF2B5EF4-FFF2-40B4-BE49-F238E27FC236}">
                <a16:creationId xmlns:a16="http://schemas.microsoft.com/office/drawing/2014/main" id="{894E96A6-6431-4750-B8EE-D5E5E554C9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762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2024-12-18T06:06:22Z</dcterms:created>
  <dcterms:modified xsi:type="dcterms:W3CDTF">2024-12-18T06:06:22Z</dcterms:modified>
</cp:coreProperties>
</file>